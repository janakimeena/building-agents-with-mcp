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59865" y="438407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Model Context Protocol </a:t>
            </a:r>
            <a:br>
              <a:rPr lang="en-US" altLang="zh-CN"/>
            </a:br>
            <a:r>
              <a:rPr lang="en-US" altLang="zh-CN"/>
              <a:t>Introduction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662430" y="3891280"/>
            <a:ext cx="9144000" cy="2070735"/>
          </a:xfrm>
        </p:spPr>
        <p:txBody>
          <a:bodyPr/>
          <a:lstStyle/>
          <a:p>
            <a:r>
              <a:rPr lang="en-US" altLang="zh-CN" sz="2800" b="1">
                <a:solidFill>
                  <a:srgbClr val="002060"/>
                </a:solidFill>
              </a:rPr>
              <a:t>Dr M Janaki Meena</a:t>
            </a:r>
            <a:endParaRPr lang="en-US" altLang="zh-CN" sz="2800" b="1">
              <a:solidFill>
                <a:srgbClr val="002060"/>
              </a:solidFill>
            </a:endParaRPr>
          </a:p>
          <a:p>
            <a:r>
              <a:rPr lang="en-US" altLang="zh-CN" sz="2800" b="1">
                <a:solidFill>
                  <a:srgbClr val="002060"/>
                </a:solidFill>
              </a:rPr>
              <a:t>Professor, SCOPE</a:t>
            </a:r>
            <a:endParaRPr lang="en-US" altLang="zh-CN" sz="2800" b="1">
              <a:solidFill>
                <a:srgbClr val="002060"/>
              </a:solidFill>
            </a:endParaRPr>
          </a:p>
          <a:p>
            <a:r>
              <a:rPr lang="en-US" altLang="zh-CN" sz="2800" b="1">
                <a:solidFill>
                  <a:srgbClr val="002060"/>
                </a:solidFill>
              </a:rPr>
              <a:t>VIT Chennai</a:t>
            </a:r>
            <a:endParaRPr lang="en-US" altLang="zh-CN" sz="28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WPS Presentation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7</cp:revision>
  <dcterms:created xsi:type="dcterms:W3CDTF">2025-10-24T14:15:32Z</dcterms:created>
  <dcterms:modified xsi:type="dcterms:W3CDTF">2025-10-24T14:15:32Z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